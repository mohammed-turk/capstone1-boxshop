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43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Shop End points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 —  Capstone 1: Web Application Development by JAVA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24131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 ·  Apply Discount  ·  Restock Low Inventory  ·  Cancel Purchase  ·  Recommend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B65EF22-9C8A-775E-E295-0F9050F4B22F}"/>
              </a:ext>
            </a:extLst>
          </p:cNvPr>
          <p:cNvSpPr txBox="1"/>
          <p:nvPr/>
        </p:nvSpPr>
        <p:spPr>
          <a:xfrm>
            <a:off x="-388838" y="5492932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Mohammed </a:t>
            </a:r>
            <a:r>
              <a:rPr lang="en-US" dirty="0" err="1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Aljubaili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Products by Category &amp; Price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/api/v1/product/filter/{categoryId}/{minPrice}/{maxPrice}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the catalog down to one category and a price range in a single call — for example, "show me Electronics between $0 and $1000" — instead of fetching every product and filtering it on the client side.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74536" y="196596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74536" y="1965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77656" y="2560320"/>
            <a:ext cx="0" cy="320040"/>
          </a:xfrm>
          <a:prstGeom prst="line">
            <a:avLst/>
          </a:prstGeom>
          <a:noFill/>
          <a:ln w="25400">
            <a:solidFill>
              <a:srgbClr val="8AA0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23176" y="288036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23176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= Electronics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77656" y="3474720"/>
            <a:ext cx="0" cy="320040"/>
          </a:xfrm>
          <a:prstGeom prst="line">
            <a:avLst/>
          </a:prstGeom>
          <a:noFill/>
          <a:ln w="25400">
            <a:solidFill>
              <a:srgbClr val="8AA0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71816" y="37947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8C6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71816" y="3794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0 – 1000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77656" y="4389120"/>
            <a:ext cx="0" cy="50292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4616" y="489204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14616" y="4892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Products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Merchant Discount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/api/v1/merchant-stock/apply-discount/{merchantId}/{discountPercentage}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percentage discount across every product a given merchant sells. One call updates prices store-wide, instead of editing each product's price individually.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$2,999.99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052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$2,399.99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0" y="31089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5256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$159.99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58200" y="2606040"/>
            <a:ext cx="457200" cy="0"/>
          </a:xfrm>
          <a:prstGeom prst="line">
            <a:avLst/>
          </a:prstGeom>
          <a:noFill/>
          <a:ln w="25400">
            <a:solidFill>
              <a:srgbClr val="8C6F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458200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3429000"/>
            <a:ext cx="457200" cy="0"/>
          </a:xfrm>
          <a:prstGeom prst="line">
            <a:avLst/>
          </a:prstGeom>
          <a:noFill/>
          <a:ln w="25400">
            <a:solidFill>
              <a:srgbClr val="8C6F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458200" y="3136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148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owned by this merchant is discounted in one request — TechStore's whole catalog moves together.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Restock Low Inventory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/api/v1/merchant-stock/restock-risk/{merchantId}/{threshold}/{amount}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stock record belonging to a merchant and automatically tops up any item at or below a risk threshold. One bulk safety net instead of restocking items one at a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0216" y="187452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00216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stock item under Merchant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77656" y="2423160"/>
            <a:ext cx="0" cy="457200"/>
          </a:xfrm>
          <a:prstGeom prst="line">
            <a:avLst/>
          </a:prstGeom>
          <a:noFill/>
          <a:ln w="25400">
            <a:solidFill>
              <a:srgbClr val="8AA0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0296" y="288036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8C6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40296" y="2880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≤ Threshold?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14616" y="3474720"/>
            <a:ext cx="0" cy="50292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665976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16168" y="402336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843016" y="4069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+= Amount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40696" y="3474720"/>
            <a:ext cx="0" cy="502920"/>
          </a:xfrm>
          <a:prstGeom prst="line">
            <a:avLst/>
          </a:prstGeom>
          <a:noFill/>
          <a:ln w="25400">
            <a:solidFill>
              <a:srgbClr val="8AA0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19500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44584" y="4041648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22937" y="40416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937760"/>
            <a:ext cx="6108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count of items actually restocked.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Purchase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/api/v1/user/cancel-purchase/{userId}/{productId}/{merchantId}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a purchase: refunds the product's price back to the user's balance and returns one unit to the merchant's stock. The mirror image of Buy.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7496" y="324612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8C6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97496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05256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Stock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63256" y="3246120"/>
            <a:ext cx="0" cy="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9957816" y="2651760"/>
            <a:ext cx="283464" cy="59436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50508" y="29032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04515" y="280035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unit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297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effects only happen if a matching stock record already exists for that product and merchant.</a:t>
            </a:r>
            <a:endParaRPr lang="en-US" sz="125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15334CA-9DD5-7CAB-23E5-B9AD7C869FF4}"/>
              </a:ext>
            </a:extLst>
          </p:cNvPr>
          <p:cNvSpPr/>
          <p:nvPr/>
        </p:nvSpPr>
        <p:spPr>
          <a:xfrm>
            <a:off x="7258595" y="2651760"/>
            <a:ext cx="504646" cy="59436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Affordable Products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/api/v1/user/recommend/{userId}/{categoryId}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user's balance against every product in a category and returns only the ones they can actually afford — a lightweight built-in recommendation engine.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0" y="1874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Balance: $5,000.00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60604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— $2,399.99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61320" y="26060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56132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3172968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0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— $159.99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31729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0561320" y="31729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0" y="3739896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0" y="3739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TV — $6,000.00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561320" y="373989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561320" y="373989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41080" y="4352544"/>
            <a:ext cx="0" cy="36576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4718304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629400" y="4718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Laptop Pro, Headphones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444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TURKI ALJUBAILI</cp:lastModifiedBy>
  <cp:revision>2</cp:revision>
  <dcterms:created xsi:type="dcterms:W3CDTF">2026-09-15T15:11:56Z</dcterms:created>
  <dcterms:modified xsi:type="dcterms:W3CDTF">2026-09-16T03:29:44Z</dcterms:modified>
</cp:coreProperties>
</file>